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 Mission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Structured Similar to Airbnb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Identified missing values</a:t>
            </a:r>
          </a:p>
          <a:p>
            <a:r>
              <a:t>• Renamed columns</a:t>
            </a:r>
          </a:p>
          <a:p>
            <a:r>
              <a:t>• Converted datatypes</a:t>
            </a:r>
          </a:p>
          <a:p>
            <a:r>
              <a:t>• Extracted month and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Year-wise mission counts</a:t>
            </a:r>
          </a:p>
          <a:p>
            <a:r>
              <a:t>• Seasonal launch patterns</a:t>
            </a:r>
          </a:p>
          <a:p>
            <a:r>
              <a:t>• Growth in launch frequency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Success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 vs failure distribution</a:t>
            </a:r>
          </a:p>
          <a:p>
            <a:r>
              <a:t>• Agencies with highest success</a:t>
            </a:r>
          </a:p>
          <a:p>
            <a:r>
              <a:t>• Factors influencing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Rocket &amp; Payload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used launch vehicles</a:t>
            </a:r>
          </a:p>
          <a:p>
            <a:r>
              <a:t>• Payload mass trends</a:t>
            </a:r>
          </a:p>
          <a:p>
            <a:r>
              <a:t>• Cost vs payload relationship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Country-wise Launch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launching nations</a:t>
            </a:r>
          </a:p>
          <a:p>
            <a:r>
              <a:t>• Market share comparison</a:t>
            </a:r>
          </a:p>
          <a:p>
            <a:r>
              <a:t>• Emerging space agencies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 Type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LEO vs GEO trends</a:t>
            </a:r>
          </a:p>
          <a:p>
            <a:r>
              <a:t>• Mission purpose distribution</a:t>
            </a:r>
          </a:p>
          <a:p>
            <a:r>
              <a:t>• Orbit selection factors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Comparisons Inspired by Airbnb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Mission availability ≈ launch frequency</a:t>
            </a:r>
          </a:p>
          <a:p>
            <a:r>
              <a:t>• Mission cost ≈ listing price</a:t>
            </a:r>
          </a:p>
          <a:p>
            <a:r>
              <a:t>• Rocket reliability ≈ host reviews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global participation</a:t>
            </a:r>
          </a:p>
          <a:p>
            <a:r>
              <a:t>• High success rates</a:t>
            </a:r>
          </a:p>
          <a:p>
            <a:r>
              <a:t>• Future mission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